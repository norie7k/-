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0"/>
            <a:ext cx="12192000" cy="68649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青瓷投资吴佳伲</cp:lastModifiedBy>
  <cp:revision>157</cp:revision>
  <dcterms:created xsi:type="dcterms:W3CDTF">2019-06-19T02:08:00Z</dcterms:created>
  <dcterms:modified xsi:type="dcterms:W3CDTF">2025-11-14T08:18:02Z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8F8BEFA7785D4200B4D207495FA5BC89_11</vt:lpwstr>
  </property>
</Properties>
</file>